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MSRBInventoryOperations/Dashboard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4C73B301-801C-43F8-88D1-A72EE7B786FC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MSRB Inventory Operations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D7D869BD-85A2-41DE-A1C7-B25DD6BF6793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4/15/2026 12:21:40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v_Total_Stock_KPI" id="2" name="slide2">
            <a:extLst>
              <a:ext uri="{FF2B5EF4-FFF2-40B4-BE49-F238E27FC236}">
                <a16:creationId xmlns:a16="http://schemas.microsoft.com/office/drawing/2014/main" id="{793DA1C7-8593-4690-8CD2-D3CD4725A4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11" y="0"/>
            <a:ext cx="117579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v_Stockout_Rate_KPI" id="3" name="slide3">
            <a:extLst>
              <a:ext uri="{FF2B5EF4-FFF2-40B4-BE49-F238E27FC236}">
                <a16:creationId xmlns:a16="http://schemas.microsoft.com/office/drawing/2014/main" id="{BFA1801E-E495-4B2C-8D22-3A9A753D042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48" y="0"/>
            <a:ext cx="116645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v_At_Risk_KPI" id="4" name="slide4">
            <a:extLst>
              <a:ext uri="{FF2B5EF4-FFF2-40B4-BE49-F238E27FC236}">
                <a16:creationId xmlns:a16="http://schemas.microsoft.com/office/drawing/2014/main" id="{53B6B68D-E0BB-415C-8426-42517D4F28F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48" y="0"/>
            <a:ext cx="116645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v_Turnover_KPI" id="5" name="slide5">
            <a:extLst>
              <a:ext uri="{FF2B5EF4-FFF2-40B4-BE49-F238E27FC236}">
                <a16:creationId xmlns:a16="http://schemas.microsoft.com/office/drawing/2014/main" id="{4975AA67-0E96-433B-9B9E-46E8BFC33FC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48" y="0"/>
            <a:ext cx="116645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urrent_Stock_Highlight" id="6" name="slide6">
            <a:extLst>
              <a:ext uri="{FF2B5EF4-FFF2-40B4-BE49-F238E27FC236}">
                <a16:creationId xmlns:a16="http://schemas.microsoft.com/office/drawing/2014/main" id="{9679BF2C-6CF3-47E6-BDCF-40D1ED91242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828" y="0"/>
            <a:ext cx="116743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ckout_Frequency_Bar" id="7" name="slide7">
            <a:extLst>
              <a:ext uri="{FF2B5EF4-FFF2-40B4-BE49-F238E27FC236}">
                <a16:creationId xmlns:a16="http://schemas.microsoft.com/office/drawing/2014/main" id="{15B36472-2636-4AF4-9AFC-39577C86636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48" y="0"/>
            <a:ext cx="116645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onthly_Turnover_Line" id="8" name="slide8">
            <a:extLst>
              <a:ext uri="{FF2B5EF4-FFF2-40B4-BE49-F238E27FC236}">
                <a16:creationId xmlns:a16="http://schemas.microsoft.com/office/drawing/2014/main" id="{E790F314-8B46-4AE6-A9C0-E4F762A9838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51" y="0"/>
            <a:ext cx="117218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lf_Life_100_Bar" id="9" name="slide9">
            <a:extLst>
              <a:ext uri="{FF2B5EF4-FFF2-40B4-BE49-F238E27FC236}">
                <a16:creationId xmlns:a16="http://schemas.microsoft.com/office/drawing/2014/main" id="{60611554-44B0-42DF-BBB6-E6D60DB4F4B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304" y="0"/>
            <a:ext cx="114913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ys_Supply_Lollipop" id="10" name="slide10">
            <a:extLst>
              <a:ext uri="{FF2B5EF4-FFF2-40B4-BE49-F238E27FC236}">
                <a16:creationId xmlns:a16="http://schemas.microsoft.com/office/drawing/2014/main" id="{C1F7100B-9942-44A8-B0CF-CAC1D7B03FA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78" y="0"/>
            <a:ext cx="119498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2026-04-15T12:21:41Z</dcterms:created>
  <dcterms:modified xsi:type="dcterms:W3CDTF">2026-04-15T12:21:41Z</dcterms:modified>
</cp:coreProperties>
</file>