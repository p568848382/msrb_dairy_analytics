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MSRBSONSDAIRYPRODUCTIONOPERATIONS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2957A14-140E-43A1-B817-6B1FD16068D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MSRB SONS DAIRY — PRODUCTION &amp; OPERATIONS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A5F3FB0-C53F-46B8-953D-E6DA9AEDCE8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4/13/2026 8:22:54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d_Eff_KPI" id="2" name="slide2">
            <a:extLst>
              <a:ext uri="{FF2B5EF4-FFF2-40B4-BE49-F238E27FC236}">
                <a16:creationId xmlns:a16="http://schemas.microsoft.com/office/drawing/2014/main" id="{481B7756-1834-42C3-9871-A3398C8CE0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d_Wastage_KPI" id="3" name="slide3">
            <a:extLst>
              <a:ext uri="{FF2B5EF4-FFF2-40B4-BE49-F238E27FC236}">
                <a16:creationId xmlns:a16="http://schemas.microsoft.com/office/drawing/2014/main" id="{3D4FD15C-6DDB-455D-AA2E-59C8AB70D4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d_RawMilk_KPI" id="4" name="slide4">
            <a:extLst>
              <a:ext uri="{FF2B5EF4-FFF2-40B4-BE49-F238E27FC236}">
                <a16:creationId xmlns:a16="http://schemas.microsoft.com/office/drawing/2014/main" id="{C0F2370A-B898-4DD5-8806-157F61051C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d_Gap_KPI" id="5" name="slide5">
            <a:extLst>
              <a:ext uri="{FF2B5EF4-FFF2-40B4-BE49-F238E27FC236}">
                <a16:creationId xmlns:a16="http://schemas.microsoft.com/office/drawing/2014/main" id="{B2A1CCEC-E210-49CA-B87F-2E1BB9F609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DUCTS YIELD %" id="6" name="slide6">
            <a:extLst>
              <a:ext uri="{FF2B5EF4-FFF2-40B4-BE49-F238E27FC236}">
                <a16:creationId xmlns:a16="http://schemas.microsoft.com/office/drawing/2014/main" id="{BB4E1F53-5EA5-4B23-9C11-03DF723B28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LY EFFICIENCY" id="7" name="slide7">
            <a:extLst>
              <a:ext uri="{FF2B5EF4-FFF2-40B4-BE49-F238E27FC236}">
                <a16:creationId xmlns:a16="http://schemas.microsoft.com/office/drawing/2014/main" id="{8683031B-700D-4B6B-B9AA-1731110A730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8" y="0"/>
            <a:ext cx="11674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tegory_Efficiency_Bar" id="8" name="slide8">
            <a:extLst>
              <a:ext uri="{FF2B5EF4-FFF2-40B4-BE49-F238E27FC236}">
                <a16:creationId xmlns:a16="http://schemas.microsoft.com/office/drawing/2014/main" id="{4C01DE9D-1614-4D4D-90BE-34E73F6B58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48" y="0"/>
            <a:ext cx="1166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oY_Yield_Heatmap" id="9" name="slide9">
            <a:extLst>
              <a:ext uri="{FF2B5EF4-FFF2-40B4-BE49-F238E27FC236}">
                <a16:creationId xmlns:a16="http://schemas.microsoft.com/office/drawing/2014/main" id="{156F0605-8E28-45FD-B6EE-EDEAC9199F6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8" y="0"/>
            <a:ext cx="11674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fficiency_Band_Donut" id="10" name="slide10">
            <a:extLst>
              <a:ext uri="{FF2B5EF4-FFF2-40B4-BE49-F238E27FC236}">
                <a16:creationId xmlns:a16="http://schemas.microsoft.com/office/drawing/2014/main" id="{5B983C3F-2214-4CD9-A411-062B50E97DB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9" y="0"/>
            <a:ext cx="119744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ift_Comparison_Bar" id="11" name="slide11">
            <a:extLst>
              <a:ext uri="{FF2B5EF4-FFF2-40B4-BE49-F238E27FC236}">
                <a16:creationId xmlns:a16="http://schemas.microsoft.com/office/drawing/2014/main" id="{281FC8AD-4C59-4D51-8116-74B30CF15D3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9" y="0"/>
            <a:ext cx="11984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lk Utilization area chart" id="12" name="slide12">
            <a:extLst>
              <a:ext uri="{FF2B5EF4-FFF2-40B4-BE49-F238E27FC236}">
                <a16:creationId xmlns:a16="http://schemas.microsoft.com/office/drawing/2014/main" id="{77C976BB-5B06-4560-986A-829DC1918C6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86"/>
            <a:ext cx="12192000" cy="663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13" name="slide13">
            <a:extLst>
              <a:ext uri="{FF2B5EF4-FFF2-40B4-BE49-F238E27FC236}">
                <a16:creationId xmlns:a16="http://schemas.microsoft.com/office/drawing/2014/main" id="{00426350-00EE-4AB0-B450-98FEB7AA836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1"/>
            <a:ext cx="12192000" cy="685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2026-04-13T08:22:54Z</dcterms:created>
  <dcterms:modified xsi:type="dcterms:W3CDTF">2026-04-13T08:22:54Z</dcterms:modified>
</cp:coreProperties>
</file>