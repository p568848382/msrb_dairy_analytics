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msrbaccountsandfinancedashboard/AccountsFinance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66BD18D-2EA2-4940-8041-ACF0743C047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msrb accounts and finance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6ADAE6C-EEB2-4A71-9BB2-8BAC52D7DEF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4/21/2026 5:40:36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c_TotalBilled_KPI" id="2" name="slide2">
            <a:extLst>
              <a:ext uri="{FF2B5EF4-FFF2-40B4-BE49-F238E27FC236}">
                <a16:creationId xmlns:a16="http://schemas.microsoft.com/office/drawing/2014/main" id="{44321BCC-4FC7-41F2-AB69-F07F07A3C8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083"/>
            <a:ext cx="12192001" cy="65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c_TotalCollected_KPI" id="3" name="slide3">
            <a:extLst>
              <a:ext uri="{FF2B5EF4-FFF2-40B4-BE49-F238E27FC236}">
                <a16:creationId xmlns:a16="http://schemas.microsoft.com/office/drawing/2014/main" id="{8C5AE7DF-CF5B-4BF8-9D84-AA7F57EF7A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406"/>
            <a:ext cx="12192001" cy="652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c_Outstanding_KPI" id="4" name="slide4">
            <a:extLst>
              <a:ext uri="{FF2B5EF4-FFF2-40B4-BE49-F238E27FC236}">
                <a16:creationId xmlns:a16="http://schemas.microsoft.com/office/drawing/2014/main" id="{C93539E5-9999-4F7F-A845-945CFCD618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45"/>
            <a:ext cx="12192000" cy="65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c_DSO_KPI" id="5" name="slide5">
            <a:extLst>
              <a:ext uri="{FF2B5EF4-FFF2-40B4-BE49-F238E27FC236}">
                <a16:creationId xmlns:a16="http://schemas.microsoft.com/office/drawing/2014/main" id="{FF509726-98A2-40D0-B128-F0A8495F6B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45"/>
            <a:ext cx="12192000" cy="65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c_CollEff_KPI" id="6" name="slide6">
            <a:extLst>
              <a:ext uri="{FF2B5EF4-FFF2-40B4-BE49-F238E27FC236}">
                <a16:creationId xmlns:a16="http://schemas.microsoft.com/office/drawing/2014/main" id="{3601764B-B196-4FDA-90B4-8F3E2BEC8AD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45"/>
            <a:ext cx="12192000" cy="65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lling_Collections_Combo" id="7" name="slide7">
            <a:extLst>
              <a:ext uri="{FF2B5EF4-FFF2-40B4-BE49-F238E27FC236}">
                <a16:creationId xmlns:a16="http://schemas.microsoft.com/office/drawing/2014/main" id="{477E6CD5-9112-4E3D-8ECA-7E9DD14DF0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368"/>
            <a:ext cx="12192000" cy="651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ging_Stacked_Bar" id="8" name="slide8">
            <a:extLst>
              <a:ext uri="{FF2B5EF4-FFF2-40B4-BE49-F238E27FC236}">
                <a16:creationId xmlns:a16="http://schemas.microsoft.com/office/drawing/2014/main" id="{D0795525-F6E9-4C7C-A222-08438F36EE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7916"/>
            <a:ext cx="12192000" cy="626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_Payment_Table" id="9" name="slide9">
            <a:extLst>
              <a:ext uri="{FF2B5EF4-FFF2-40B4-BE49-F238E27FC236}">
                <a16:creationId xmlns:a16="http://schemas.microsoft.com/office/drawing/2014/main" id="{9BD635D4-4C59-4D74-961C-91D32D0E4C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431"/>
            <a:ext cx="12192000" cy="656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SO_Trend_LinE" id="10" name="slide10">
            <a:extLst>
              <a:ext uri="{FF2B5EF4-FFF2-40B4-BE49-F238E27FC236}">
                <a16:creationId xmlns:a16="http://schemas.microsoft.com/office/drawing/2014/main" id="{D81BCA1C-8E43-40F6-8BBB-2B71F2C1AD0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431"/>
            <a:ext cx="12192000" cy="656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Type_Grouped_Bar" id="11" name="slide11">
            <a:extLst>
              <a:ext uri="{FF2B5EF4-FFF2-40B4-BE49-F238E27FC236}">
                <a16:creationId xmlns:a16="http://schemas.microsoft.com/office/drawing/2014/main" id="{851C7566-9102-4E18-B0D0-53007B1B2C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45"/>
            <a:ext cx="12192000" cy="65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counts &amp;amp; Finance" id="12" name="slide12">
            <a:extLst>
              <a:ext uri="{FF2B5EF4-FFF2-40B4-BE49-F238E27FC236}">
                <a16:creationId xmlns:a16="http://schemas.microsoft.com/office/drawing/2014/main" id="{62C44EB9-E669-4DBE-8A7B-2252771632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831"/>
            <a:ext cx="12192000" cy="627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2026-04-21T05:40:36Z</dcterms:created>
  <dcterms:modified xsi:type="dcterms:W3CDTF">2026-04-21T05:40:36Z</dcterms:modified>
</cp:coreProperties>
</file>