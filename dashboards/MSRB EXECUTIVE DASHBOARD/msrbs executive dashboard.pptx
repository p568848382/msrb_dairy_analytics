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msrbsexecutivedashboard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8297C0C-CFF1-4DF5-91CE-168313F31A2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msrbs executive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212F8BF-D9E0-4B3E-B0A2-29DC18A4B04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4/11/2026 7:58:35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_Total_Revenue" id="2" name="slide2">
            <a:extLst>
              <a:ext uri="{FF2B5EF4-FFF2-40B4-BE49-F238E27FC236}">
                <a16:creationId xmlns:a16="http://schemas.microsoft.com/office/drawing/2014/main" id="{0A50A3F2-5D1D-4871-88B6-8C10C67CFA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36" y="0"/>
            <a:ext cx="107445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INVOICES" id="3" name="slide3">
            <a:extLst>
              <a:ext uri="{FF2B5EF4-FFF2-40B4-BE49-F238E27FC236}">
                <a16:creationId xmlns:a16="http://schemas.microsoft.com/office/drawing/2014/main" id="{8BCDAEB6-8F52-4399-BB9D-F2DB653EE2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36" y="0"/>
            <a:ext cx="107445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_MoM_Growth" id="4" name="slide4">
            <a:extLst>
              <a:ext uri="{FF2B5EF4-FFF2-40B4-BE49-F238E27FC236}">
                <a16:creationId xmlns:a16="http://schemas.microsoft.com/office/drawing/2014/main" id="{8545F5F5-8201-4DC0-A877-180B012209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_Prod_Efficiency" id="5" name="slide5">
            <a:extLst>
              <a:ext uri="{FF2B5EF4-FFF2-40B4-BE49-F238E27FC236}">
                <a16:creationId xmlns:a16="http://schemas.microsoft.com/office/drawing/2014/main" id="{04CD0235-B945-4B1A-8A7F-520094DAD3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_Stockout_Rate" id="6" name="slide6">
            <a:extLst>
              <a:ext uri="{FF2B5EF4-FFF2-40B4-BE49-F238E27FC236}">
                <a16:creationId xmlns:a16="http://schemas.microsoft.com/office/drawing/2014/main" id="{244A7089-5F79-43ED-AECB-71BF37351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_Collection_Eff" id="7" name="slide7">
            <a:extLst>
              <a:ext uri="{FF2B5EF4-FFF2-40B4-BE49-F238E27FC236}">
                <a16:creationId xmlns:a16="http://schemas.microsoft.com/office/drawing/2014/main" id="{C0134104-4C77-4DEA-A635-52F1DBCCACF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xec_Revenue_Trend" id="8" name="slide8">
            <a:extLst>
              <a:ext uri="{FF2B5EF4-FFF2-40B4-BE49-F238E27FC236}">
                <a16:creationId xmlns:a16="http://schemas.microsoft.com/office/drawing/2014/main" id="{D2BFDD9A-C8DA-4916-AEB0-0A675A05AFE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4"/>
            <a:ext cx="12192000" cy="68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xec_Category_Split" id="9" name="slide9">
            <a:extLst>
              <a:ext uri="{FF2B5EF4-FFF2-40B4-BE49-F238E27FC236}">
                <a16:creationId xmlns:a16="http://schemas.microsoft.com/office/drawing/2014/main" id="{CF7832A4-4F77-4970-B67A-37CAAC44540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xec_Aging_Bars" id="10" name="slide10">
            <a:extLst>
              <a:ext uri="{FF2B5EF4-FFF2-40B4-BE49-F238E27FC236}">
                <a16:creationId xmlns:a16="http://schemas.microsoft.com/office/drawing/2014/main" id="{E49DF7FE-D523-4AD4-AD89-5051927E06B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xec_Efficiency_Bullet" id="11" name="slide11">
            <a:extLst>
              <a:ext uri="{FF2B5EF4-FFF2-40B4-BE49-F238E27FC236}">
                <a16:creationId xmlns:a16="http://schemas.microsoft.com/office/drawing/2014/main" id="{8C6B7119-1974-4797-A4EB-0346AC97E45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xec_Stock_Status" id="12" name="slide12">
            <a:extLst>
              <a:ext uri="{FF2B5EF4-FFF2-40B4-BE49-F238E27FC236}">
                <a16:creationId xmlns:a16="http://schemas.microsoft.com/office/drawing/2014/main" id="{E57236B8-C428-4E22-853A-B486FD14DFB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13" name="slide13">
            <a:extLst>
              <a:ext uri="{FF2B5EF4-FFF2-40B4-BE49-F238E27FC236}">
                <a16:creationId xmlns:a16="http://schemas.microsoft.com/office/drawing/2014/main" id="{8ADB1953-C4A5-41B5-AC04-635A2744260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1"/>
            <a:ext cx="12192000" cy="685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2026-04-11T19:58:36Z</dcterms:created>
  <dcterms:modified xsi:type="dcterms:W3CDTF">2026-04-11T19:58:36Z</dcterms:modified>
</cp:coreProperties>
</file>